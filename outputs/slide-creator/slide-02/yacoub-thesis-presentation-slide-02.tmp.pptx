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ecba699c184791" /><Relationship Type="http://schemas.openxmlformats.org/officeDocument/2006/relationships/extended-properties" Target="/docProps/app.xml" Id="R57a071d752d647ef" /><Relationship Type="http://schemas.openxmlformats.org/officeDocument/2006/relationships/officeDocument" Target="/ppt/presentation.xml" Id="R99d98cd9c3f5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a9006f71e42a6"/>
  </p:sldMasterIdLst>
  <p:notesMasterIdLst>
    <p:notesMasterId xmlns:r="http://schemas.openxmlformats.org/officeDocument/2006/relationships" r:id="Re7245a7bed444dad"/>
  </p:notesMasterIdLst>
  <p:sldIdLst>
    <p:sldId xmlns:r="http://schemas.openxmlformats.org/officeDocument/2006/relationships" id="256" r:id="Rb30cf6c837034064"/>
    <p:sldId xmlns:r="http://schemas.openxmlformats.org/officeDocument/2006/relationships" id="257" r:id="R08bc0427b6fc44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622f54cf24d37" /><Relationship Type="http://schemas.openxmlformats.org/officeDocument/2006/relationships/slideMaster" Target="/ppt/slideMasters/slideMaster1.xml" Id="Rbb7a9006f71e42a6" /><Relationship Type="http://schemas.openxmlformats.org/officeDocument/2006/relationships/notesMaster" Target="/ppt/notesMasters/notesMaster1.xml" Id="Re7245a7bed444dad" /><Relationship Type="http://schemas.openxmlformats.org/officeDocument/2006/relationships/presProps" Target="/ppt/presProps.xml" Id="R7b1a78bf3eef41aa" /><Relationship Type="http://schemas.openxmlformats.org/officeDocument/2006/relationships/viewProps" Target="/ppt/viewProps.xml" Id="R80c077140f204fed" /><Relationship Type="http://schemas.openxmlformats.org/officeDocument/2006/relationships/tableStyles" Target="/ppt/tableStyles.xml" Id="R74706d31f365484a" /><Relationship Type="http://schemas.openxmlformats.org/officeDocument/2006/relationships/slide" Target="/ppt/slides/slide1.xml" Id="Rb30cf6c837034064" /><Relationship Type="http://schemas.openxmlformats.org/officeDocument/2006/relationships/slide" Target="/ppt/slides/slide2.xml" Id="R08bc0427b6fc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f3d9625a0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706a5a0324474" /><Relationship Type="http://schemas.openxmlformats.org/officeDocument/2006/relationships/notesMaster" Target="/ppt/notesMasters/notesMaster1.xml" Id="Rb36dd6af565b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61cc788fc474c" /><Relationship Type="http://schemas.openxmlformats.org/officeDocument/2006/relationships/notesMaster" Target="/ppt/notesMasters/notesMaster1.xml" Id="R15247bca90ad44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my name is Yacoub Dawli, and this is my bachelor thesis in DT099G.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thesis is about building and evaluating a small IoT-style workflow system. The example I use is a fan that turns on or off depending on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But the important part is not the fan itself. The important part is the structure around it: how a workflow makes a decision, how that decision becomes an action, and how the result can be tested and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808bbc5f546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f4ef87e8f49bb" /><Relationship Type="http://schemas.openxmlformats.org/officeDocument/2006/relationships/image" Target="/ppt/media/image.png" Id="Re76e2b02b52d4e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08117581d4b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bdd9c78ad4d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e6dc58bda40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8b101904c49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dab0334d647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4c5d5ae0742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9ad7ab90f47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50504d29544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08ada1b0e498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935f6ba544b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d5ea403fe4602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8AEB428-497F-4520-9047-DB01C642AA6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2199" y="1360800"/>
            <a:ext cx="9831600" cy="69195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Stor rubrik</a:t>
            </a:r>
          </a:p>
        </p:txBody>
      </p:sp>
      <p:sp>
        <p:nvSpPr>
          <p:cNvPr id="3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9BB8C05E-56CF-4D21-BB12-9A38CC23BE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2199" y="2208554"/>
            <a:ext cx="9831601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4284F97B-5DB1-459E-8DB3-0A72CDE021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D925D361-6573-4964-946F-0D05105CCC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616FEFF1-3AEF-4EDB-A6DB-4C6010663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Rubrik med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ubrik 2">
            <a:extLst xmlns:a="http://schemas.openxmlformats.org/drawingml/2006/main">
              <a:ext uri="{FF2B5EF4-FFF2-40B4-BE49-F238E27FC236}">
                <a16:creationId xmlns:a16="http://schemas.microsoft.com/office/drawing/2014/main" id="{F9C4BB8A-8D65-43D2-8EFD-A970818249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4000" y="1360799"/>
            <a:ext cx="9829801" cy="691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800"/>
            </a:lvl1pPr>
          </a:lstStyle>
          <a:p xmlns:a="http://schemas.openxmlformats.org/drawingml/2006/main">
            <a:r>
              <a:t>Stor rubrik </a:t>
            </a:r>
          </a:p>
        </p:txBody>
      </p:sp>
      <p:sp>
        <p:nvSpPr>
          <p:cNvPr id="6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74A001C9-7849-4281-8AE8-102D8B12970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2208554"/>
            <a:ext cx="9829800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9" name="Platshållare för bild 8">
            <a:extLst xmlns:a="http://schemas.openxmlformats.org/drawingml/2006/main">
              <a:ext uri="{FF2B5EF4-FFF2-40B4-BE49-F238E27FC236}">
                <a16:creationId xmlns:a16="http://schemas.microsoft.com/office/drawing/2014/main" id="{9A8B5EED-4422-46B1-9E06-6FCBCA51BB81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3438000"/>
            <a:ext cx="12192000" cy="342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pic>
        <p:nvPicPr>
          <p:cNvPr id="10" name="107192D2-3778-4ECE-8BEC-1F42874D3F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e2b02b52d4e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0000" y="360000"/>
            <a:ext cx="1565081" cy="7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Rubrik med platt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ubrik 1">
            <a:extLst xmlns:a="http://schemas.openxmlformats.org/drawingml/2006/main">
              <a:ext uri="{FF2B5EF4-FFF2-40B4-BE49-F238E27FC236}">
                <a16:creationId xmlns:a16="http://schemas.microsoft.com/office/drawing/2014/main" id="{C4FDED42-0512-49CE-B1F9-A6574564EE7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1" y="1359581"/>
            <a:ext cx="9829800" cy="69195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Stor rubrik</a:t>
            </a:r>
          </a:p>
        </p:txBody>
      </p:sp>
      <p:sp>
        <p:nvSpPr>
          <p:cNvPr id="6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49FC2181-84DD-49DE-93FE-8BB374F5265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1" y="2208554"/>
            <a:ext cx="9829799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74D69D50-F87F-40B4-A5EC-E15B9BE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4720"/>
            <a:ext cx="12192000" cy="342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1A651EB6-DB40-4158-89C9-D0B081AF5DC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0800"/>
            <a:ext cx="10550525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5035157B-48E9-4D5C-9B92-FB7B92E6F4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7129"/>
            <a:ext cx="10550525" cy="383696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29DF5F99-A42C-47FB-AFC5-A4611E5CFE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EDD7F398-2B74-45F2-B4E1-B8589B8A5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31B9CBF1-ED14-4DDE-8195-9ADD3F8C6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611BE49-0D68-4EA5-8DA1-6B1C80ECB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2800" y="3020400"/>
            <a:ext cx="9831600" cy="1117846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800"/>
            </a:lvl1pPr>
          </a:lstStyle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FD51E103-87E8-4071-BB92-245A843D96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2800" y="4589464"/>
            <a:ext cx="9831600" cy="110795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98E0210A-6800-402E-A284-60AE505843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D51F91C0-3D1B-4BC7-B97E-104B94DBEF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5140FE8C-4024-4B3A-AD86-99BE483F6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Rubrik med avsnit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ktangel 6">
            <a:extLst xmlns:a="http://schemas.openxmlformats.org/drawingml/2006/main">
              <a:ext uri="{FF2B5EF4-FFF2-40B4-BE49-F238E27FC236}">
                <a16:creationId xmlns:a16="http://schemas.microsoft.com/office/drawing/2014/main" id="{83A078B8-CE06-484B-BA22-A095524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58000"/>
            <a:ext cx="12192000" cy="450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4AC7D77-6CD4-44CE-B63C-558E21B495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2800" y="3021178"/>
            <a:ext cx="9831600" cy="138237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3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Avsnittsrubrik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4DEA43F5-72E5-4E8D-98F0-224AA724B5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D53E4770-BBAF-456F-9618-591C013B93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4708"/>
            <a:ext cx="5180400" cy="3942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4" name="Platshållare för innehåll 3">
            <a:extLst xmlns:a="http://schemas.openxmlformats.org/drawingml/2006/main">
              <a:ext uri="{FF2B5EF4-FFF2-40B4-BE49-F238E27FC236}">
                <a16:creationId xmlns:a16="http://schemas.microsoft.com/office/drawing/2014/main" id="{80DBCE03-4F08-4819-8940-ED8A1D2CAD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4000" y="2235600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6" name="Platshållare för sidfot 5">
            <a:extLst xmlns:a="http://schemas.openxmlformats.org/drawingml/2006/main">
              <a:ext uri="{FF2B5EF4-FFF2-40B4-BE49-F238E27FC236}">
                <a16:creationId xmlns:a16="http://schemas.microsoft.com/office/drawing/2014/main" id="{3638FA2A-B856-4642-95FB-59FC561E5C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Platshållare för datum 4">
            <a:extLst xmlns:a="http://schemas.openxmlformats.org/drawingml/2006/main">
              <a:ext uri="{FF2B5EF4-FFF2-40B4-BE49-F238E27FC236}">
                <a16:creationId xmlns:a16="http://schemas.microsoft.com/office/drawing/2014/main" id="{C79D0A5A-77E9-488E-8F5B-FDB237D5F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7" name="Platshållare för bildnummer 6">
            <a:extLst xmlns:a="http://schemas.openxmlformats.org/drawingml/2006/main">
              <a:ext uri="{FF2B5EF4-FFF2-40B4-BE49-F238E27FC236}">
                <a16:creationId xmlns:a16="http://schemas.microsoft.com/office/drawing/2014/main" id="{441170A0-7064-4D45-9756-C297D6BA44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Rubrik med bild och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A48697F0-AFAD-4F32-8952-40706444E46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1EA852FC-830B-4AD1-AAF4-A4BD49D93C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4708"/>
            <a:ext cx="5180400" cy="3942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11" name="Platshållare för diagram 10">
            <a:extLst xmlns:a="http://schemas.openxmlformats.org/drawingml/2006/main">
              <a:ext uri="{FF2B5EF4-FFF2-40B4-BE49-F238E27FC236}">
                <a16:creationId xmlns:a16="http://schemas.microsoft.com/office/drawing/2014/main" id="{BE92A4DC-62C9-4AC5-8C96-DF373BECC8BD}"/>
              </a:ext>
            </a:extLst>
          </p:cNvPr>
          <p:cNvSpPr>
            <a:spLocks xmlns:a="http://schemas.openxmlformats.org/drawingml/2006/main" noGrp="1"/>
          </p:cNvSpPr>
          <p:nvPr>
            <p:ph type="chart" idx="13"/>
          </p:nvPr>
        </p:nvSpPr>
        <p:spPr>
          <a:xfrm xmlns:a="http://schemas.openxmlformats.org/drawingml/2006/main">
            <a:off x="6174000" y="2234963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ett diagram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0246CBD1-0F24-41CC-B244-7CAD130977F0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2EEA72DA-9D73-44C8-B230-F1953855A02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6CB78F20-F9C3-4533-BAB4-18DCBEF7A66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Rubrik med bild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C890CD7-19EF-4CCF-AEFF-C82F765F6E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11" name="Platshållare för text 10">
            <a:extLst xmlns:a="http://schemas.openxmlformats.org/drawingml/2006/main">
              <a:ext uri="{FF2B5EF4-FFF2-40B4-BE49-F238E27FC236}">
                <a16:creationId xmlns:a16="http://schemas.microsoft.com/office/drawing/2014/main" id="{D595D850-087F-4FBD-95D1-0EF9601B70C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38800" y="2235599"/>
            <a:ext cx="5180400" cy="394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Bildtext</a:t>
            </a:r>
          </a:p>
        </p:txBody>
      </p:sp>
      <p:sp>
        <p:nvSpPr>
          <p:cNvPr id="13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C1DC36DF-3220-4E6B-B507-9A7FAB7D3703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73999" y="2235599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4" name="Platshållare för sidfot 3">
            <a:extLst xmlns:a="http://schemas.openxmlformats.org/drawingml/2006/main">
              <a:ext uri="{FF2B5EF4-FFF2-40B4-BE49-F238E27FC236}">
                <a16:creationId xmlns:a16="http://schemas.microsoft.com/office/drawing/2014/main" id="{F7312DB6-1FB8-44BB-BBC5-A45011EE940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Platshållare för datum 2">
            <a:extLst xmlns:a="http://schemas.openxmlformats.org/drawingml/2006/main">
              <a:ext uri="{FF2B5EF4-FFF2-40B4-BE49-F238E27FC236}">
                <a16:creationId xmlns:a16="http://schemas.microsoft.com/office/drawing/2014/main" id="{5DF5B17B-EAED-4FF0-829D-90881BA69E6C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5" name="Platshållare för bildnummer 4">
            <a:extLst xmlns:a="http://schemas.openxmlformats.org/drawingml/2006/main">
              <a:ext uri="{FF2B5EF4-FFF2-40B4-BE49-F238E27FC236}">
                <a16:creationId xmlns:a16="http://schemas.microsoft.com/office/drawing/2014/main" id="{E55A997B-C8FB-4EF7-B15D-752C957A753C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Rubrik med två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6C2A25A-050F-42EF-84EB-26B3FCCE5B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13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78C1AE22-782F-4D60-A67A-627E07AD5C78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74000" y="2241462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8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99794182-F9EC-4A53-B99D-299275EC2F94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838800" y="2235600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4" name="Platshållare för sidfot 3">
            <a:extLst xmlns:a="http://schemas.openxmlformats.org/drawingml/2006/main">
              <a:ext uri="{FF2B5EF4-FFF2-40B4-BE49-F238E27FC236}">
                <a16:creationId xmlns:a16="http://schemas.microsoft.com/office/drawing/2014/main" id="{9A533F3C-247C-4373-9ECD-9A45AE5B5366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Platshållare för datum 2">
            <a:extLst xmlns:a="http://schemas.openxmlformats.org/drawingml/2006/main">
              <a:ext uri="{FF2B5EF4-FFF2-40B4-BE49-F238E27FC236}">
                <a16:creationId xmlns:a16="http://schemas.microsoft.com/office/drawing/2014/main" id="{85789F75-50E8-479E-B0A3-D0A8E07E5047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5" name="Platshållare för bildnummer 4">
            <a:extLst xmlns:a="http://schemas.openxmlformats.org/drawingml/2006/main">
              <a:ext uri="{FF2B5EF4-FFF2-40B4-BE49-F238E27FC236}">
                <a16:creationId xmlns:a16="http://schemas.microsoft.com/office/drawing/2014/main" id="{1891E85D-8B0C-4310-9629-96DFA7043B3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104B795-9C5A-4D66-842B-5449D748F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800" y="1540800"/>
            <a:ext cx="10514999" cy="574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B13607E8-45ED-42A3-8299-0C3FDEC21E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800" y="2235600"/>
            <a:ext cx="5157787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4" name="Platshållare för innehåll 3">
            <a:extLst xmlns:a="http://schemas.openxmlformats.org/drawingml/2006/main">
              <a:ext uri="{FF2B5EF4-FFF2-40B4-BE49-F238E27FC236}">
                <a16:creationId xmlns:a16="http://schemas.microsoft.com/office/drawing/2014/main" id="{19872F75-009B-4CF8-B589-8DDB7F7EA6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8800" y="3180015"/>
            <a:ext cx="5158800" cy="3009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5" name="Platshållare för text 4">
            <a:extLst xmlns:a="http://schemas.openxmlformats.org/drawingml/2006/main">
              <a:ext uri="{FF2B5EF4-FFF2-40B4-BE49-F238E27FC236}">
                <a16:creationId xmlns:a16="http://schemas.microsoft.com/office/drawing/2014/main" id="{1585B8EB-09AC-414F-9BCC-41E887BEA7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4000" y="2235599"/>
            <a:ext cx="5158800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6" name="Platshållare för innehåll 5">
            <a:extLst xmlns:a="http://schemas.openxmlformats.org/drawingml/2006/main">
              <a:ext uri="{FF2B5EF4-FFF2-40B4-BE49-F238E27FC236}">
                <a16:creationId xmlns:a16="http://schemas.microsoft.com/office/drawing/2014/main" id="{8C5DB7B2-FEC3-4C9A-8FB9-8E094EAA3A2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4000" y="3180014"/>
            <a:ext cx="5158800" cy="300964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8" name="Platshållare för sidfot 7">
            <a:extLst xmlns:a="http://schemas.openxmlformats.org/drawingml/2006/main">
              <a:ext uri="{FF2B5EF4-FFF2-40B4-BE49-F238E27FC236}">
                <a16:creationId xmlns:a16="http://schemas.microsoft.com/office/drawing/2014/main" id="{7EAA41EF-A2A7-44FB-9836-9631D8DAD2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Platshållare för datum 6">
            <a:extLst xmlns:a="http://schemas.openxmlformats.org/drawingml/2006/main">
              <a:ext uri="{FF2B5EF4-FFF2-40B4-BE49-F238E27FC236}">
                <a16:creationId xmlns:a16="http://schemas.microsoft.com/office/drawing/2014/main" id="{64279937-9C85-4EAE-9C55-24F1A0775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9" name="Platshållare för bildnummer 8">
            <a:extLst xmlns:a="http://schemas.openxmlformats.org/drawingml/2006/main">
              <a:ext uri="{FF2B5EF4-FFF2-40B4-BE49-F238E27FC236}">
                <a16:creationId xmlns:a16="http://schemas.microsoft.com/office/drawing/2014/main" id="{7A91371D-6687-47DD-B7AF-D9BA17C9E8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brik 1">
            <a:extLst xmlns:a="http://schemas.openxmlformats.org/drawingml/2006/main">
              <a:ext uri="{FF2B5EF4-FFF2-40B4-BE49-F238E27FC236}">
                <a16:creationId xmlns:a16="http://schemas.microsoft.com/office/drawing/2014/main" id="{1B36659D-84C6-41BD-AC05-6390AA020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800" y="1540800"/>
            <a:ext cx="10528878" cy="736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sidfot 2">
            <a:extLst xmlns:a="http://schemas.openxmlformats.org/drawingml/2006/main">
              <a:ext uri="{FF2B5EF4-FFF2-40B4-BE49-F238E27FC236}">
                <a16:creationId xmlns:a16="http://schemas.microsoft.com/office/drawing/2014/main" id="{AB3E1066-E84F-4B8F-BE99-E3D30241D7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Platshållare för datum 1">
            <a:extLst xmlns:a="http://schemas.openxmlformats.org/drawingml/2006/main">
              <a:ext uri="{FF2B5EF4-FFF2-40B4-BE49-F238E27FC236}">
                <a16:creationId xmlns:a16="http://schemas.microsoft.com/office/drawing/2014/main" id="{CFADF479-C533-4D68-BA25-FB9E9E7923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4" name="Platshållare för bildnummer 3">
            <a:extLst xmlns:a="http://schemas.openxmlformats.org/drawingml/2006/main">
              <a:ext uri="{FF2B5EF4-FFF2-40B4-BE49-F238E27FC236}">
                <a16:creationId xmlns:a16="http://schemas.microsoft.com/office/drawing/2014/main" id="{AC219CC4-212E-40A1-A4EC-A8675CE275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b083a74abef4aba" /><Relationship Type="http://schemas.openxmlformats.org/officeDocument/2006/relationships/theme" Target="/ppt/slideMasters/theme/theme2.xml" Id="Re67614472fc64ee9" /><Relationship Type="http://schemas.openxmlformats.org/officeDocument/2006/relationships/slideLayout" Target="/ppt/slideLayouts/slideLayout1.xml" Id="R13b2b715e17f4f45" /><Relationship Type="http://schemas.openxmlformats.org/officeDocument/2006/relationships/slideLayout" Target="/ppt/slideLayouts/slideLayout2.xml" Id="R792f3816134f492f" /><Relationship Type="http://schemas.openxmlformats.org/officeDocument/2006/relationships/slideLayout" Target="/ppt/slideLayouts/slideLayout3.xml" Id="Rad31a86ce441448f" /><Relationship Type="http://schemas.openxmlformats.org/officeDocument/2006/relationships/slideLayout" Target="/ppt/slideLayouts/slideLayout4.xml" Id="Rdb3103b4db414b39" /><Relationship Type="http://schemas.openxmlformats.org/officeDocument/2006/relationships/slideLayout" Target="/ppt/slideLayouts/slideLayout5.xml" Id="R89eda5b451a34f0a" /><Relationship Type="http://schemas.openxmlformats.org/officeDocument/2006/relationships/slideLayout" Target="/ppt/slideLayouts/slideLayout6.xml" Id="R5e1e4e948fe84a8f" /><Relationship Type="http://schemas.openxmlformats.org/officeDocument/2006/relationships/slideLayout" Target="/ppt/slideLayouts/slideLayout7.xml" Id="Raf933604f3e948fe" /><Relationship Type="http://schemas.openxmlformats.org/officeDocument/2006/relationships/slideLayout" Target="/ppt/slideLayouts/slideLayout8.xml" Id="R09beef1f5f0c4d3d" /><Relationship Type="http://schemas.openxmlformats.org/officeDocument/2006/relationships/slideLayout" Target="/ppt/slideLayouts/slideLayout9.xml" Id="Rc704a0af86454ce6" /><Relationship Type="http://schemas.openxmlformats.org/officeDocument/2006/relationships/slideLayout" Target="/ppt/slideLayouts/slideLayout10.xml" Id="R6a94353e4bad4fe0" /><Relationship Type="http://schemas.openxmlformats.org/officeDocument/2006/relationships/slideLayout" Target="/ppt/slideLayouts/slideLayout11.xml" Id="Rc1ed1cbed7fd46fb" /><Relationship Type="http://schemas.openxmlformats.org/officeDocument/2006/relationships/slideLayout" Target="/ppt/slideLayouts/slideLayout12.xml" Id="R6b492ff4ca844a29" /><Relationship Type="http://schemas.openxmlformats.org/officeDocument/2006/relationships/slideLayout" Target="/ppt/slideLayouts/slideLayout13.xml" Id="R7aece71b428b485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tshållare för rubrik 1">
            <a:extLst xmlns:a="http://schemas.openxmlformats.org/drawingml/2006/main">
              <a:ext uri="{FF2B5EF4-FFF2-40B4-BE49-F238E27FC236}">
                <a16:creationId xmlns:a16="http://schemas.microsoft.com/office/drawing/2014/main" id="{715D419A-0EAB-4B6D-81FB-4061D3F7F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1542415"/>
            <a:ext cx="9829799" cy="652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t>Klicka här för att ändra 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E38EEBFC-9C6F-4C09-B825-60D87AFB84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2237129"/>
            <a:ext cx="9829800" cy="3836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8" name="textruta 7">
            <a:extLst xmlns:a="http://schemas.openxmlformats.org/drawingml/2006/main">
              <a:ext uri="{FF2B5EF4-FFF2-40B4-BE49-F238E27FC236}">
                <a16:creationId xmlns:a16="http://schemas.microsoft.com/office/drawing/2014/main" id="{3BEDE0AC-4473-464B-A3CA-1B627696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00" y="6356348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Arial"/>
                <a:ea typeface="Arial"/>
                <a:cs typeface="Arial"/>
              </a:rPr>
              <a:t>Mittuniversitetet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DDCF2F9F-F776-4889-8901-F1E82316A29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212000" y="6357600"/>
            <a:ext cx="3405553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A6C71D3F-17FF-4A5D-B697-3CECCC9D065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704000" y="6356351"/>
            <a:ext cx="1529865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5720" rIns="9000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C22AEAE9-6426-4400-A3C4-5F679B7CE9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823932" y="6356350"/>
            <a:ext cx="1529867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1334427D-BC02-4BB6-9552-FEF7E6C4F2BF}" type="slidenum">
              <a:t>‹#›</a:t>
            </a:fld>
          </a:p>
        </p:txBody>
      </p:sp>
      <p:sp>
        <p:nvSpPr>
          <p:cNvPr id="9" name="Rak 8">
            <a:extLst xmlns:a="http://schemas.openxmlformats.org/drawingml/2006/main">
              <a:ext uri="{FF2B5EF4-FFF2-40B4-BE49-F238E27FC236}">
                <a16:creationId xmlns:a16="http://schemas.microsoft.com/office/drawing/2014/main" id="{45576715-F25D-4754-B6C4-C7A8FFD0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48" y="6310166"/>
            <a:ext cx="1051200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chemeClr val="tx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3" name="107192D2-3778-4ECE-8BEC-1F42874D3F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83a74abef4a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0000" y="360000"/>
            <a:ext cx="1565081" cy="7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ruta 9">
            <a:extLst xmlns:a="http://schemas.openxmlformats.org/drawingml/2006/main">
              <a:ext uri="{FF2B5EF4-FFF2-40B4-BE49-F238E27FC236}">
                <a16:creationId xmlns:a16="http://schemas.microsoft.com/office/drawing/2014/main" id="{8C4952BD-DD04-89C6-97EE-1021B6AA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1041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Begränsad delning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b2b715e17f4f45"/>
    <p:sldLayoutId xmlns:r="http://schemas.openxmlformats.org/officeDocument/2006/relationships" id="2147483650" r:id="R792f3816134f492f"/>
    <p:sldLayoutId xmlns:r="http://schemas.openxmlformats.org/officeDocument/2006/relationships" id="2147483651" r:id="Rad31a86ce441448f"/>
    <p:sldLayoutId xmlns:r="http://schemas.openxmlformats.org/officeDocument/2006/relationships" id="2147483652" r:id="Rdb3103b4db414b39"/>
    <p:sldLayoutId xmlns:r="http://schemas.openxmlformats.org/officeDocument/2006/relationships" id="2147483653" r:id="R89eda5b451a34f0a"/>
    <p:sldLayoutId xmlns:r="http://schemas.openxmlformats.org/officeDocument/2006/relationships" id="2147483654" r:id="R5e1e4e948fe84a8f"/>
    <p:sldLayoutId xmlns:r="http://schemas.openxmlformats.org/officeDocument/2006/relationships" id="2147483655" r:id="Raf933604f3e948fe"/>
    <p:sldLayoutId xmlns:r="http://schemas.openxmlformats.org/officeDocument/2006/relationships" id="2147483656" r:id="R09beef1f5f0c4d3d"/>
    <p:sldLayoutId xmlns:r="http://schemas.openxmlformats.org/officeDocument/2006/relationships" id="2147483657" r:id="Rc704a0af86454ce6"/>
    <p:sldLayoutId xmlns:r="http://schemas.openxmlformats.org/officeDocument/2006/relationships" id="2147483658" r:id="R6a94353e4bad4fe0"/>
    <p:sldLayoutId xmlns:r="http://schemas.openxmlformats.org/officeDocument/2006/relationships" id="2147483659" r:id="Rc1ed1cbed7fd46fb"/>
    <p:sldLayoutId xmlns:r="http://schemas.openxmlformats.org/officeDocument/2006/relationships" id="2147483660" r:id="R6b492ff4ca844a29"/>
    <p:sldLayoutId xmlns:r="http://schemas.openxmlformats.org/officeDocument/2006/relationships" id="2147483661" r:id="R7aece71b428b4857"/>
  </p:sldLayoutIdLst>
  <p:txStyles>
    <p:titleStyle>
      <a:lvl1pPr xmlns:a="http://schemas.openxmlformats.org/drawingml/2006/main" algn="l">
        <a:lnSpc>
          <a:spcPts val="3600"/>
        </a:lnSpc>
        <a:spcBef>
          <a:spcPts val="0"/>
        </a:spcBef>
        <a:buNone/>
        <a:defRPr sz="22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00000"/>
        </a:lnSpc>
        <a:spcBef>
          <a:spcPts val="1500"/>
        </a:spcBef>
        <a:spcAft>
          <a:spcPts val="0"/>
        </a:spcAft>
        <a:buChar char="•"/>
        <a:defRPr sz="20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j-lt"/>
          <a:ea typeface="+mj-lt"/>
          <a:cs typeface="+mj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b638b39d44e36" /><Relationship Type="http://schemas.openxmlformats.org/officeDocument/2006/relationships/notesSlide" Target="/ppt/notesSlides/notesSlide1.xml" Id="Rcf2fc5ecce58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5e21bd2754f3d" /><Relationship Type="http://schemas.openxmlformats.org/officeDocument/2006/relationships/notesSlide" Target="/ppt/notesSlides/notesSlide2.xml" Id="R43be057eafa64c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82D62A5-8D3E-4D3E-B440-A70CF75EA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447800"/>
            <a:ext cx="10820400" cy="1428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Design and Evaluation of an n8n-Based Workflow-to-Action Architecture</a:t>
            </a:r>
          </a:p>
          <a:p xmlns:a="http://schemas.openxmlformats.org/drawingml/2006/main">
            <a:r>
              <a:rPr sz="232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for IoT-Style Fan Control</a:t>
            </a:r>
          </a:p>
        </p:txBody>
      </p:sp>
      <p:sp>
        <p:nvSpPr>
          <p:cNvPr id="3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3FA906E6-C9F3-4B3F-A340-E3F2F993B8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900" y="3276600"/>
            <a:ext cx="102870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PC-hosted n8n, Python middleware, and Raspberry Pi middleware validation</a:t>
            </a:r>
          </a:p>
        </p:txBody>
      </p:sp>
      <p:sp>
        <p:nvSpPr>
          <p:cNvPr id="4" name="slide-01-footer-info">
            <a:extLst xmlns:a="http://schemas.openxmlformats.org/drawingml/2006/main">
              <a:ext uri="{FF2B5EF4-FFF2-40B4-BE49-F238E27FC236}">
                <a16:creationId xmlns:a16="http://schemas.microsoft.com/office/drawing/2014/main" id="{24081421-2D79-4923-8CC9-FB1ABF5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8165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Yacoub Dawli</a:t>
            </a:r>
          </a:p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DT099G Bachelor Thesis</a:t>
            </a:r>
          </a:p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 Sweden University</a:t>
            </a:r>
          </a:p>
        </p:txBody>
      </p:sp>
    </p:spTree>
    <p:extLst>
      <p:ext uri="{BB962C8B-B14F-4D97-AF65-F5344CB8AC3E}">
        <p14:creationId xmlns:p14="http://schemas.microsoft.com/office/powerpoint/2010/main" val="2166300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7BD5289-5D29-4341-9FBF-85F089E6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The simple idea</a:t>
            </a:r>
          </a:p>
        </p:txBody>
      </p:sp>
      <p:sp>
        <p:nvSpPr>
          <p:cNvPr id="2" name="flow-box">
            <a:extLst xmlns:a="http://schemas.openxmlformats.org/drawingml/2006/main">
              <a:ext uri="{FF2B5EF4-FFF2-40B4-BE49-F238E27FC236}">
                <a16:creationId xmlns:a16="http://schemas.microsoft.com/office/drawing/2014/main" id="{188A68CC-FC1E-40D0-B3EB-F74D5FA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428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Temperature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" name="flow-box">
            <a:extLst xmlns:a="http://schemas.openxmlformats.org/drawingml/2006/main">
              <a:ext uri="{FF2B5EF4-FFF2-40B4-BE49-F238E27FC236}">
                <a16:creationId xmlns:a16="http://schemas.microsoft.com/office/drawing/2014/main" id="{BAC9A467-7B17-431C-9737-A768342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428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n8n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4" name="flow-box">
            <a:extLst xmlns:a="http://schemas.openxmlformats.org/drawingml/2006/main">
              <a:ext uri="{FF2B5EF4-FFF2-40B4-BE49-F238E27FC236}">
                <a16:creationId xmlns:a16="http://schemas.microsoft.com/office/drawing/2014/main" id="{8663E051-8E05-47AB-A854-539BC5A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428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middleware</a:t>
            </a:r>
          </a:p>
        </p:txBody>
      </p:sp>
      <p:sp>
        <p:nvSpPr>
          <p:cNvPr id="5" name="flow-box">
            <a:extLst xmlns:a="http://schemas.openxmlformats.org/drawingml/2006/main">
              <a:ext uri="{FF2B5EF4-FFF2-40B4-BE49-F238E27FC236}">
                <a16:creationId xmlns:a16="http://schemas.microsoft.com/office/drawing/2014/main" id="{6ABAC10C-4766-41CF-A039-6663920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4288">
            <a:solidFill>
              <a:srgbClr val="B8C7D9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Simulated fan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C79110-923A-48FC-AD5B-6BA7E1A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19425"/>
            <a:ext cx="55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A7668F-6B98-4291-8C0F-E2DE96FA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19425"/>
            <a:ext cx="55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059DEF-ACE4-44B1-8767-5FF9E83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19425"/>
            <a:ext cx="55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E1E3AC-875D-454B-957B-A87F37E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71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fan_on / fan_off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4B88B1-9C48-4FD8-A805-DAFA4220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fan is the test case. The architecture around the action is the thesis.</a:t>
            </a:r>
          </a:p>
        </p:txBody>
      </p:sp>
    </p:spTree>
    <p:extLst>
      <p:ext uri="{BB962C8B-B14F-4D97-AF65-F5344CB8AC3E}">
        <p14:creationId xmlns:p14="http://schemas.microsoft.com/office/powerpoint/2010/main" val="2166300922"/>
      </p:ext>
    </p:extLst>
  </p:cSld>
</p:sld>
</file>

<file path=ppt/theme/theme1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2026-06-09T03:01:15.6110000Z</dcterms:created>
  <dcterms:modified xsi:type="dcterms:W3CDTF">2026-06-09T03:01:15.6110000Z</dcterms:modified>
</coreProperties>
</file>